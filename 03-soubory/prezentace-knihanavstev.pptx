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7A0029-8090-0738-EED1-9D058AB81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94F626-7737-9CCF-B3F4-D6A9B3749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502BB7-C6DE-2D23-597F-DEEBE1C2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D64473-8FCD-33FC-5597-4BA9D30D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ED640B-7FA4-5C17-1D0E-3F395CE4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5558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A6E6F8-C772-9E5E-B29F-D3A292B7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CCFD0E-07DF-3FCF-A359-8E3EFF4B0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3D56A08-2EB6-D9D4-6DDF-B63D455A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FDE5D6E-E508-1B3D-A868-6AA6E8F83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D683874-6793-0F35-F74A-425540C7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7877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9470AD-3DDD-5C73-A551-96850ADCD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BFCE219-3245-804F-C88D-74D711E50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30BE06-2310-EDCC-D839-10EEBD3E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62F192-667D-E84B-6F4F-BD5A7696D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7F12EA-0DF2-9624-E2D9-3AA01AD1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817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AB2719-02A8-C9D9-803E-CAD9D5C3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C66DC0-1FE7-5950-0FDD-752EFE8DE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47AA11B-AC40-9B7A-A21F-6E70858E0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EF7190D-E909-E446-6CC7-23CEEFF0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07331A-CFDA-53C2-0B2A-82500E50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34F7DF3-F6EA-7DFE-520C-6BB1E4D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160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D8E2DB-8650-DA63-CC7F-F51F490FE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AB45F16-13FE-E7E6-9AF2-871AF9643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C015693-4228-769D-D5E3-17F14702D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FE6119A-58BD-3024-39E6-496C43DBD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08A83F2-8537-819B-96C0-659265177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C0FA0AE-9393-1817-F42D-9B7DE5030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183A039-1623-F52D-4EF5-4C94CE62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975CC93-A048-4578-96EA-2B5BDF19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475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9ED308-82CF-A9C0-4418-59B6AB59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DE6559F-5B0B-9909-5ECB-8F23B9273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2C5084F-9608-317C-B871-3AF7FBB7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E90A14E-1B2A-364E-12AF-20AFAAAD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3184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038606C5-CFF2-C2F7-33D1-1A217464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B678133-17FA-06D7-47E6-EF3D52F5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2C4B217-78B7-3C10-ABAE-6E466A98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816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166FC9-1C2B-D937-D6B7-FCEDA616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EC7ED3-E417-5434-88AB-EFA0EC774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DCEC25-3464-BE4C-9D48-CB1190005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064B3D6-E185-2594-9306-56E6188D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209D08-49F2-BEFD-8F4D-90D70D8CD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1C9C512-542A-F6A8-7437-058BA11D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023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829EBA-1865-86B3-2521-94618440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EE2B8C3-6ED0-D577-F636-B48753579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80A49B3-3B16-36FF-60AA-810F63F85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A850FDE-6E00-237D-2F81-DC6C307C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C58903C-9352-C386-A6CF-5951DA78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FCC0BE1-44AC-F05A-A5A9-4BED8A2B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815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3C4299-F8D8-F986-E5BC-EBFD7916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288510C-67C8-9E1D-2C35-51508F794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DDE5CA6-4B87-C119-A6BC-93A5CCE6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D2B7E3B-54C3-5503-9785-D20E100E1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BDFE6DF-F5BA-4813-DA3D-5164F728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054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3F401CB-CBCC-9354-4E31-901653E1A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BA4CE6A-1287-746A-2DD2-ECD1698D7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247C407-6A21-2F1D-2851-FA66831B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5ECC2AD-8CC1-AAB0-61AB-EA0B9DC03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E893D8D-14D5-D2BC-1CE7-14A7DE88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19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D69B376-16C7-B302-AAB3-AD3117A62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1241BEE-5430-6650-5DAE-81120AFAE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E56FDBD-7AB6-11E5-CF7E-C23188393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8D64F-D2B9-40D4-8E45-BFC79C8D017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E09B78-C14A-EF5C-7253-F3BA48CAD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47A977-68C5-BD23-6993-ABEF8AA26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CEFD9-8525-4A63-B77B-9152A9490C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3939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2B53A3-5980-3ECF-113E-FDA310F053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Jednoduchá „kniha návštěv“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A35DFD0-3D73-F57D-8123-FD58C084C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Komentovan</a:t>
            </a:r>
            <a:r>
              <a:rPr lang="cs-CZ" dirty="0"/>
              <a:t>ý postup</a:t>
            </a:r>
          </a:p>
        </p:txBody>
      </p:sp>
    </p:spTree>
    <p:extLst>
      <p:ext uri="{BB962C8B-B14F-4D97-AF65-F5344CB8AC3E}">
        <p14:creationId xmlns:p14="http://schemas.microsoft.com/office/powerpoint/2010/main" val="13469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B796DD-C40B-8C85-7967-951A07C5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 </a:t>
            </a:r>
            <a:r>
              <a:rPr lang="en-US" dirty="0" err="1"/>
              <a:t>budeme</a:t>
            </a:r>
            <a:r>
              <a:rPr lang="en-US" dirty="0"/>
              <a:t> d</a:t>
            </a:r>
            <a:r>
              <a:rPr lang="cs-CZ" dirty="0" err="1"/>
              <a:t>ělat</a:t>
            </a:r>
            <a:r>
              <a:rPr lang="cs-CZ" dirty="0"/>
              <a:t>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459835-8EAD-58E0-A6F9-BA7F299B0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Vytvoříme si </a:t>
            </a:r>
            <a:r>
              <a:rPr lang="cs-CZ" dirty="0" err="1"/>
              <a:t>jednoduchu</a:t>
            </a:r>
            <a:r>
              <a:rPr lang="cs-CZ" dirty="0"/>
              <a:t> aplikaci, pomocí které budou moci uživatelé psát vzkazy na náš vlastní web.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Vzkazy budou ukládány v souboru, který poté vložíme do naší vlastní stránky.</a:t>
            </a:r>
          </a:p>
        </p:txBody>
      </p:sp>
    </p:spTree>
    <p:extLst>
      <p:ext uri="{BB962C8B-B14F-4D97-AF65-F5344CB8AC3E}">
        <p14:creationId xmlns:p14="http://schemas.microsoft.com/office/powerpoint/2010/main" val="319299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81F503-4410-7B38-6E9C-0BC9F679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C0EB74-6B9B-2CC8-4E7B-5A2C87679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910C992-26A9-9129-3B6F-4A782BC92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AD5F5027-B065-CD58-1872-30FC1CC31FED}"/>
              </a:ext>
            </a:extLst>
          </p:cNvPr>
          <p:cNvSpPr txBox="1"/>
          <p:nvPr/>
        </p:nvSpPr>
        <p:spPr>
          <a:xfrm>
            <a:off x="3267559" y="1413968"/>
            <a:ext cx="5656881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Začneme tím, že si vytvoříme prázdný HTML soubor, který uložíme s příponou PHP. V mém případě </a:t>
            </a:r>
            <a:r>
              <a:rPr lang="cs-CZ" dirty="0" err="1"/>
              <a:t>kniha.php</a:t>
            </a:r>
            <a:r>
              <a:rPr lang="cs-CZ" dirty="0"/>
              <a:t>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6894B652-A1BB-3C55-FFAB-BF50BCA56412}"/>
              </a:ext>
            </a:extLst>
          </p:cNvPr>
          <p:cNvSpPr/>
          <p:nvPr/>
        </p:nvSpPr>
        <p:spPr>
          <a:xfrm>
            <a:off x="619932" y="945397"/>
            <a:ext cx="2464231" cy="237124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2143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DE7317-D24D-3D45-48DB-2259453B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D3972F-92D4-2E14-3193-130A71EC4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9F149ED-3478-EB25-7635-F0EFD3739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975"/>
            <a:ext cx="12192000" cy="649605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379EF7A-3829-F341-6F82-E1A67E950832}"/>
              </a:ext>
            </a:extLst>
          </p:cNvPr>
          <p:cNvSpPr txBox="1"/>
          <p:nvPr/>
        </p:nvSpPr>
        <p:spPr>
          <a:xfrm>
            <a:off x="5095071" y="2590965"/>
            <a:ext cx="5656881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ve stránce připravíme potřebný formulář. Na server jej s ohledem na velikost a „</a:t>
            </a:r>
            <a:r>
              <a:rPr lang="cs-CZ" dirty="0" err="1"/>
              <a:t>jednorázovost</a:t>
            </a:r>
            <a:r>
              <a:rPr lang="cs-CZ" dirty="0"/>
              <a:t>“ dat budeme odesílat metodou POST.</a:t>
            </a:r>
          </a:p>
          <a:p>
            <a:endParaRPr lang="cs-CZ" dirty="0"/>
          </a:p>
          <a:p>
            <a:r>
              <a:rPr lang="cs-CZ" dirty="0" err="1"/>
              <a:t>Hidden</a:t>
            </a:r>
            <a:r>
              <a:rPr lang="cs-CZ" dirty="0"/>
              <a:t> pole nám bude na straně serveru sloužit k ověření, že požadovanou akcí je opravdu uložení nového komentáře.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0856B2F-4EE9-F91E-935B-18DB9C4D2BFC}"/>
              </a:ext>
            </a:extLst>
          </p:cNvPr>
          <p:cNvSpPr/>
          <p:nvPr/>
        </p:nvSpPr>
        <p:spPr>
          <a:xfrm>
            <a:off x="927318" y="2514350"/>
            <a:ext cx="4078635" cy="258459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15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91F317-3F7C-8141-7862-00820FAC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3AAFF6-EDCF-7946-A0DA-9C382BCA5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2998709-049F-7B42-0412-BED57D2B0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975"/>
            <a:ext cx="12192000" cy="649605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311A7073-B5D5-1514-3011-19E989C37637}"/>
              </a:ext>
            </a:extLst>
          </p:cNvPr>
          <p:cNvSpPr txBox="1"/>
          <p:nvPr/>
        </p:nvSpPr>
        <p:spPr>
          <a:xfrm>
            <a:off x="6042402" y="1302514"/>
            <a:ext cx="5656881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jdeme začít řešit PHP. Zpracování formuláře dáme do stejného souboru, ve kterém vykreslujeme HTML stránku, ale daný PHP blok umístíme ještě před DOCTYPE. Toto umístění je nutné z důvodu potřebného HTTP přesměrování po dokončení zpracování dat.</a:t>
            </a:r>
          </a:p>
          <a:p>
            <a:endParaRPr lang="cs-CZ" dirty="0"/>
          </a:p>
          <a:p>
            <a:r>
              <a:rPr lang="cs-CZ" dirty="0"/>
              <a:t>Připravíme si podmínku, ve které budeme ověřovat, že nám přišla nějaká data metodou POST a že chceme opravdu vytvářet nový komentář. </a:t>
            </a:r>
          </a:p>
          <a:p>
            <a:endParaRPr lang="cs-CZ" dirty="0"/>
          </a:p>
          <a:p>
            <a:r>
              <a:rPr lang="cs-CZ" dirty="0"/>
              <a:t>Připravená proměnná</a:t>
            </a:r>
            <a:r>
              <a:rPr lang="en-US" dirty="0"/>
              <a:t> $</a:t>
            </a:r>
            <a:r>
              <a:rPr lang="cs-CZ" dirty="0"/>
              <a:t>chyby nám bude v dalším kroku sloužit pro kontroly formuláře.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655BF6B-2012-007A-F6A8-E76EA504B1B2}"/>
              </a:ext>
            </a:extLst>
          </p:cNvPr>
          <p:cNvSpPr/>
          <p:nvPr/>
        </p:nvSpPr>
        <p:spPr>
          <a:xfrm>
            <a:off x="838200" y="1181496"/>
            <a:ext cx="4973664" cy="112775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63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EDF3CF-9E42-2323-89FB-AC01C1D5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C2FBF2-7453-8ABE-C82F-6FAFAFE66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ECA820B-C2D3-2115-3B85-16FB5C0FD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FD7D2D4C-19DA-5A55-E9AB-581F0DDD1EC8}"/>
              </a:ext>
            </a:extLst>
          </p:cNvPr>
          <p:cNvSpPr txBox="1"/>
          <p:nvPr/>
        </p:nvSpPr>
        <p:spPr>
          <a:xfrm>
            <a:off x="5696919" y="2274838"/>
            <a:ext cx="5656881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jdeme na kontroly. Je NUTNÉ kontrolovat všechna data od uživatelů – nemůžeme spoléhat na kontrolu např. přímo v prohlížeči. </a:t>
            </a:r>
          </a:p>
          <a:p>
            <a:endParaRPr lang="cs-CZ" dirty="0"/>
          </a:p>
          <a:p>
            <a:r>
              <a:rPr lang="cs-CZ" dirty="0"/>
              <a:t>První kontrolou je jméno, které musí být vyplněné a požadujeme, aby mělo délku minimálně 3 znaky. Před dalším zpracováním ze jména také odstraníme mezery ze začátku a konce poslaného řetězce. </a:t>
            </a:r>
          </a:p>
          <a:p>
            <a:endParaRPr lang="cs-CZ" dirty="0"/>
          </a:p>
          <a:p>
            <a:r>
              <a:rPr lang="cs-CZ" dirty="0"/>
              <a:t>Když bude zadaná hodnota chybná, připravíme si chybovou hlášku pro uživatele do proměnné (pole) </a:t>
            </a:r>
            <a:r>
              <a:rPr lang="en-US" dirty="0"/>
              <a:t>$</a:t>
            </a:r>
            <a:r>
              <a:rPr lang="en-US" dirty="0" err="1"/>
              <a:t>chyby</a:t>
            </a:r>
            <a:r>
              <a:rPr lang="en-US" dirty="0"/>
              <a:t>.</a:t>
            </a:r>
            <a:endParaRPr lang="cs-CZ" dirty="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8C62FD41-EBE6-CDD9-974A-6CC436AA61F1}"/>
              </a:ext>
            </a:extLst>
          </p:cNvPr>
          <p:cNvSpPr/>
          <p:nvPr/>
        </p:nvSpPr>
        <p:spPr>
          <a:xfrm>
            <a:off x="958315" y="1875633"/>
            <a:ext cx="4559082" cy="108454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0050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6A06EC-DA18-F374-7D33-5557BECC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2A4036-1889-AB80-5DDF-30B29E02C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8C3D310B-3478-A2DA-5EC9-8DEA73A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B1FB116C-649C-4642-C931-6B8271088FA3}"/>
              </a:ext>
            </a:extLst>
          </p:cNvPr>
          <p:cNvSpPr txBox="1"/>
          <p:nvPr/>
        </p:nvSpPr>
        <p:spPr>
          <a:xfrm>
            <a:off x="3870705" y="3320262"/>
            <a:ext cx="5656881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Pokud</a:t>
            </a:r>
            <a:r>
              <a:rPr lang="en-US" dirty="0"/>
              <a:t> </a:t>
            </a:r>
            <a:r>
              <a:rPr lang="en-US" dirty="0" err="1"/>
              <a:t>byla</a:t>
            </a:r>
            <a:r>
              <a:rPr lang="en-US" dirty="0"/>
              <a:t> p</a:t>
            </a:r>
            <a:r>
              <a:rPr lang="cs-CZ" dirty="0" err="1"/>
              <a:t>ři</a:t>
            </a:r>
            <a:r>
              <a:rPr lang="cs-CZ" dirty="0"/>
              <a:t> kontrole formuláře nalezena nějaká chyba, musíme o ní informovat uživatele. Projdeme pole s chybami a vypíšeme je v podobě seznamu. </a:t>
            </a:r>
          </a:p>
          <a:p>
            <a:endParaRPr lang="cs-CZ" dirty="0"/>
          </a:p>
          <a:p>
            <a:r>
              <a:rPr lang="cs-CZ" dirty="0"/>
              <a:t>Ošetření speciálních znaků v tomto případě řešit nemusíme, protože jsou tam naše vlastní texty.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27395FBD-5DF0-0122-6B9A-5931F3E29788}"/>
              </a:ext>
            </a:extLst>
          </p:cNvPr>
          <p:cNvSpPr/>
          <p:nvPr/>
        </p:nvSpPr>
        <p:spPr>
          <a:xfrm>
            <a:off x="838201" y="3320262"/>
            <a:ext cx="2803902" cy="175432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493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6DF2E6-4420-A9BB-78F7-9F9BD6B24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20BEDD-37DD-499D-8583-25237E4A2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06D0CA5E-F760-19ED-0CFC-F8405590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477"/>
            <a:ext cx="12192000" cy="649605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C1B50C2-3F96-7136-E714-0E4BE1E4961B}"/>
              </a:ext>
            </a:extLst>
          </p:cNvPr>
          <p:cNvSpPr txBox="1"/>
          <p:nvPr/>
        </p:nvSpPr>
        <p:spPr>
          <a:xfrm>
            <a:off x="5607801" y="1360188"/>
            <a:ext cx="5656881" cy="23083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byla ve formuláři chyba, musíme v něm zároveň vypsat hodnoty, které uživatel původně odeslal – protože říct mu „vyplň jméno“ a nechat formulář úplně prázdný by uživatele spolehlivě odradilo.</a:t>
            </a:r>
          </a:p>
          <a:p>
            <a:endParaRPr lang="cs-CZ" dirty="0"/>
          </a:p>
          <a:p>
            <a:r>
              <a:rPr lang="cs-CZ" dirty="0"/>
              <a:t>Hodnoty vypisujeme do příslušných polí formuláře, přičemž je nutné ošetřit potenciálně nebezpečné znaky funkcí </a:t>
            </a:r>
            <a:r>
              <a:rPr lang="cs-CZ" dirty="0" err="1"/>
              <a:t>htmlspecialchars</a:t>
            </a:r>
            <a:r>
              <a:rPr lang="en-US" dirty="0"/>
              <a:t>().</a:t>
            </a:r>
            <a:endParaRPr lang="cs-CZ" dirty="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746701FE-C019-6650-81CA-C305A3DD127D}"/>
              </a:ext>
            </a:extLst>
          </p:cNvPr>
          <p:cNvSpPr/>
          <p:nvPr/>
        </p:nvSpPr>
        <p:spPr>
          <a:xfrm>
            <a:off x="3779006" y="4076935"/>
            <a:ext cx="4419597" cy="32458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5672842-4DAB-A549-8AE0-306AAEA19588}"/>
              </a:ext>
            </a:extLst>
          </p:cNvPr>
          <p:cNvSpPr/>
          <p:nvPr/>
        </p:nvSpPr>
        <p:spPr>
          <a:xfrm>
            <a:off x="3701516" y="5114742"/>
            <a:ext cx="3877156" cy="32458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4C422ACB-1B79-C0BC-733F-C22DE532A751}"/>
              </a:ext>
            </a:extLst>
          </p:cNvPr>
          <p:cNvSpPr/>
          <p:nvPr/>
        </p:nvSpPr>
        <p:spPr>
          <a:xfrm>
            <a:off x="3779005" y="4571349"/>
            <a:ext cx="4419597" cy="32458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272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D69F0F-B1B9-7A16-7BFD-0928A127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E40D56-57F9-9908-F23F-9A7EF2B50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73F22AE-6738-AEAC-5664-1EFEC1243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19C622F5-4E8A-49BE-73FA-FBBC3D4515BB}"/>
              </a:ext>
            </a:extLst>
          </p:cNvPr>
          <p:cNvSpPr/>
          <p:nvPr/>
        </p:nvSpPr>
        <p:spPr>
          <a:xfrm>
            <a:off x="838200" y="2603715"/>
            <a:ext cx="5965555" cy="218526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5CCE8D0-9506-9467-193F-824C9DBC4F37}"/>
              </a:ext>
            </a:extLst>
          </p:cNvPr>
          <p:cNvSpPr txBox="1"/>
          <p:nvPr/>
        </p:nvSpPr>
        <p:spPr>
          <a:xfrm>
            <a:off x="6096000" y="3781926"/>
            <a:ext cx="5656881" cy="258532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dirty="0" err="1"/>
              <a:t>jdeme</a:t>
            </a:r>
            <a:r>
              <a:rPr lang="en-US" dirty="0"/>
              <a:t> </a:t>
            </a:r>
            <a:r>
              <a:rPr lang="cs-CZ" dirty="0"/>
              <a:t>zpátky na kontroly. Dalším polem je e-mail, u kterého ale připouštíme, že jde o volitelné pole – tj. správný je jak stav, kdy uživatel nechá toto pole prázdné, tak stav, kdy vyplní platný mail.</a:t>
            </a:r>
          </a:p>
          <a:p>
            <a:r>
              <a:rPr lang="cs-CZ" dirty="0"/>
              <a:t>Pro kontrolu mailu používáme funkci </a:t>
            </a:r>
            <a:r>
              <a:rPr lang="cs-CZ" dirty="0" err="1"/>
              <a:t>filter_var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Z hlediska dalšího zpracování formuláře se pak podíváme na to, jestli je pole s chybami (</a:t>
            </a:r>
            <a:r>
              <a:rPr lang="en-US" dirty="0"/>
              <a:t>$</a:t>
            </a:r>
            <a:r>
              <a:rPr lang="en-US" dirty="0" err="1"/>
              <a:t>chyby</a:t>
            </a:r>
            <a:r>
              <a:rPr lang="cs-CZ" dirty="0"/>
              <a:t>) prázdné a pokud ano, víme, že můžeme uložit data.</a:t>
            </a:r>
          </a:p>
        </p:txBody>
      </p:sp>
    </p:spTree>
    <p:extLst>
      <p:ext uri="{BB962C8B-B14F-4D97-AF65-F5344CB8AC3E}">
        <p14:creationId xmlns:p14="http://schemas.microsoft.com/office/powerpoint/2010/main" val="2542707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722D1E-AD09-442B-75F2-C4D1DC90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00EBAB-F485-C5F8-5FE0-3904857EC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532AC04-2635-BEA7-2FE0-69841F063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F9CC8058-97A8-9B6D-73B0-18177AF9C729}"/>
              </a:ext>
            </a:extLst>
          </p:cNvPr>
          <p:cNvSpPr txBox="1"/>
          <p:nvPr/>
        </p:nvSpPr>
        <p:spPr>
          <a:xfrm>
            <a:off x="6755324" y="1477357"/>
            <a:ext cx="4737315" cy="28623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Když jsme nenašli žádné chyby, sestavíme si HTML obsah, který uložíme do externího souboru. V tomto případě už je výstupem rovnou kousek HTML stránky, tj. nezapomeneme na ošetření speciálních znaků. </a:t>
            </a:r>
          </a:p>
          <a:p>
            <a:endParaRPr lang="cs-CZ" dirty="0"/>
          </a:p>
          <a:p>
            <a:r>
              <a:rPr lang="cs-CZ" dirty="0"/>
              <a:t>Pro zápis do souboru pak budeme používat funkci </a:t>
            </a:r>
            <a:r>
              <a:rPr lang="cs-CZ" dirty="0" err="1"/>
              <a:t>file_put_contents</a:t>
            </a:r>
            <a:r>
              <a:rPr lang="cs-CZ" dirty="0"/>
              <a:t>, která v tomto zápisu připisuje obsah na konec daného souboru.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76849EE-8175-0288-A8B5-787E25A02AE3}"/>
              </a:ext>
            </a:extLst>
          </p:cNvPr>
          <p:cNvSpPr/>
          <p:nvPr/>
        </p:nvSpPr>
        <p:spPr>
          <a:xfrm>
            <a:off x="1055177" y="4113800"/>
            <a:ext cx="5283630" cy="92314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8158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7E8581-5506-C3E1-8BD5-15DCE150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0A784B-0834-9E96-7798-2A879FD61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6C60CA6-3725-A637-AC36-FB1154FAA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AA4C7760-7ABD-041A-4F9B-0BE1390ED9F8}"/>
              </a:ext>
            </a:extLst>
          </p:cNvPr>
          <p:cNvSpPr txBox="1"/>
          <p:nvPr/>
        </p:nvSpPr>
        <p:spPr>
          <a:xfrm>
            <a:off x="6096000" y="3314641"/>
            <a:ext cx="5656881" cy="28623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když máme formulář kompletně zpracovaný, </a:t>
            </a:r>
            <a:r>
              <a:rPr lang="cs-CZ" b="1" dirty="0"/>
              <a:t>vždy </a:t>
            </a:r>
            <a:r>
              <a:rPr lang="cs-CZ" dirty="0"/>
              <a:t>po odeslání formuláře metodou POST </a:t>
            </a:r>
            <a:r>
              <a:rPr lang="cs-CZ" b="1" dirty="0"/>
              <a:t>provádíme přesměrování</a:t>
            </a:r>
            <a:r>
              <a:rPr lang="cs-CZ" dirty="0"/>
              <a:t>. </a:t>
            </a:r>
          </a:p>
          <a:p>
            <a:endParaRPr lang="cs-CZ" dirty="0"/>
          </a:p>
          <a:p>
            <a:r>
              <a:rPr lang="cs-CZ" dirty="0"/>
              <a:t>Přesměrováním zajistíme, že se prohlížeč nebude snažit při obnově stránky odesílat data znovu.</a:t>
            </a:r>
          </a:p>
          <a:p>
            <a:endParaRPr lang="cs-CZ" b="1" dirty="0"/>
          </a:p>
          <a:p>
            <a:r>
              <a:rPr lang="cs-CZ" dirty="0"/>
              <a:t>Pro přesměrování odešleme HTTP hlavičku </a:t>
            </a:r>
            <a:r>
              <a:rPr lang="cs-CZ" dirty="0" err="1"/>
              <a:t>Location</a:t>
            </a:r>
            <a:r>
              <a:rPr lang="cs-CZ" dirty="0"/>
              <a:t> a můžeme ukončit zpracování skriptu, protože další obsah by se v prohlížeči stejně nezobrazil.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8A85EC2-2898-9791-2163-DDE304EB26E2}"/>
              </a:ext>
            </a:extLst>
          </p:cNvPr>
          <p:cNvSpPr/>
          <p:nvPr/>
        </p:nvSpPr>
        <p:spPr>
          <a:xfrm>
            <a:off x="1039679" y="5176434"/>
            <a:ext cx="2493935" cy="59268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4498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3CF488-6819-DB61-A7AC-83831B9D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0C3AD5-3A2D-DB48-2315-F601197B4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E7A9DF2-4C34-69E9-056A-DF5121E53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22CD9666-5904-5347-A51C-83208B5715D6}"/>
              </a:ext>
            </a:extLst>
          </p:cNvPr>
          <p:cNvSpPr txBox="1"/>
          <p:nvPr/>
        </p:nvSpPr>
        <p:spPr>
          <a:xfrm>
            <a:off x="3786107" y="1120676"/>
            <a:ext cx="5656881" cy="23083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Kdybyste nyní spustili aplikaci na Windows nebo na serverech s menším zabezpečením, tak už se data budou ukládat. Jenže většina linuxových serverů má PHP spuštěné pod jiným uživatelem, než pod kterým se přihlašujeme v rámci SFTP. </a:t>
            </a:r>
          </a:p>
          <a:p>
            <a:endParaRPr lang="cs-CZ" dirty="0"/>
          </a:p>
          <a:p>
            <a:r>
              <a:rPr lang="cs-CZ" dirty="0"/>
              <a:t>Nejprve si tedy vytvoříme úplně prázdný soubor, který uložíme jako obsah.html.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392C72CC-7248-4E1B-7E4B-F474A1AC566A}"/>
              </a:ext>
            </a:extLst>
          </p:cNvPr>
          <p:cNvSpPr/>
          <p:nvPr/>
        </p:nvSpPr>
        <p:spPr>
          <a:xfrm>
            <a:off x="404249" y="1324768"/>
            <a:ext cx="1471046" cy="20956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9109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1E6236-E5DA-C6FE-E73C-0CE709EF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CC7277-F682-F4C4-78D0-3034E2B2E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101D229-A42D-9B17-5865-46065A136B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03"/>
          <a:stretch/>
        </p:blipFill>
        <p:spPr>
          <a:xfrm>
            <a:off x="0" y="183399"/>
            <a:ext cx="12192000" cy="6491202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9E43DD09-1E3A-5AA1-C05A-E18EEC31A1E3}"/>
              </a:ext>
            </a:extLst>
          </p:cNvPr>
          <p:cNvSpPr txBox="1"/>
          <p:nvPr/>
        </p:nvSpPr>
        <p:spPr>
          <a:xfrm>
            <a:off x="2218842" y="3124131"/>
            <a:ext cx="3614977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Soubor nahrajeme na server (do stejného adresáře, kde máme soubor </a:t>
            </a:r>
            <a:r>
              <a:rPr lang="cs-CZ" dirty="0" err="1"/>
              <a:t>kniha.php</a:t>
            </a:r>
            <a:r>
              <a:rPr lang="cs-CZ" dirty="0"/>
              <a:t>). Poté si ve správci souborů zobrazíme vlastnosti daného souboru, abych do něj povolili zápis.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5BCC7C68-863B-AADF-5AA9-DC833E25D10C}"/>
              </a:ext>
            </a:extLst>
          </p:cNvPr>
          <p:cNvSpPr/>
          <p:nvPr/>
        </p:nvSpPr>
        <p:spPr>
          <a:xfrm>
            <a:off x="6127644" y="2228819"/>
            <a:ext cx="3124843" cy="259115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9811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3FFBD5-67B3-7380-EB80-BF57690D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EE884A-FFBF-D220-949F-CFF5F28C7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A11403E-4CE8-73F0-CDBA-E188E18AF0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03"/>
          <a:stretch/>
        </p:blipFill>
        <p:spPr>
          <a:xfrm>
            <a:off x="0" y="183399"/>
            <a:ext cx="12192000" cy="6491202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61BACB3-3DB0-FE4A-331A-D3ACE9E83B32}"/>
              </a:ext>
            </a:extLst>
          </p:cNvPr>
          <p:cNvSpPr txBox="1"/>
          <p:nvPr/>
        </p:nvSpPr>
        <p:spPr>
          <a:xfrm>
            <a:off x="7980333" y="3339385"/>
            <a:ext cx="4211667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Aby mohli do souboru zapisovat i ostatní uživatelé, nastavíme práva na hodnotu 666. (Alternativně pro povolení zápisu a prohlížení celého adresáře bychom mohli pro adresáři nastavit práva 777.)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98C5C82D-D5FC-0B31-008F-137EBA9CC73D}"/>
              </a:ext>
            </a:extLst>
          </p:cNvPr>
          <p:cNvSpPr/>
          <p:nvPr/>
        </p:nvSpPr>
        <p:spPr>
          <a:xfrm>
            <a:off x="5176431" y="3630228"/>
            <a:ext cx="2340247" cy="95727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1089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A44B90-41AD-6823-68DB-B4E1F1827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A893FB-0490-EB60-8774-71823323B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E9FE696-4599-236C-4D55-A01CE997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302F78B-AE2B-A152-9288-AE91DDD80558}"/>
              </a:ext>
            </a:extLst>
          </p:cNvPr>
          <p:cNvSpPr txBox="1"/>
          <p:nvPr/>
        </p:nvSpPr>
        <p:spPr>
          <a:xfrm>
            <a:off x="6819254" y="2839815"/>
            <a:ext cx="3095789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Zápis už by nám fungoval, ale ještě chybí poslední krok. Do našeho souboru s knihou návštěv doplníme příkaz </a:t>
            </a:r>
            <a:r>
              <a:rPr lang="cs-CZ" dirty="0" err="1"/>
              <a:t>include</a:t>
            </a:r>
            <a:r>
              <a:rPr lang="cs-CZ" dirty="0"/>
              <a:t>, kterým vložíme soubor  obsah.html do stránky. 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65C8BEC1-8EC6-E225-785D-94345AF99135}"/>
              </a:ext>
            </a:extLst>
          </p:cNvPr>
          <p:cNvSpPr/>
          <p:nvPr/>
        </p:nvSpPr>
        <p:spPr>
          <a:xfrm>
            <a:off x="4014060" y="3242770"/>
            <a:ext cx="1966993" cy="41483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7661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F50C9E-4C87-D442-4BF8-C2DA5D526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BC7E7C-40D3-1125-33D6-0F7DEBF7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B9B9C79-19F9-4E97-27C2-6EEF0C7D4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CC42157C-1AD9-2585-9A9D-71F8FAEFEA8B}"/>
              </a:ext>
            </a:extLst>
          </p:cNvPr>
          <p:cNvSpPr txBox="1"/>
          <p:nvPr/>
        </p:nvSpPr>
        <p:spPr>
          <a:xfrm>
            <a:off x="3049295" y="1875633"/>
            <a:ext cx="3351505" cy="36833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můžeme aplikaci vyzkoušet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cs-CZ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D74CBE80-7BDD-462A-5559-4A362A921E1D}"/>
              </a:ext>
            </a:extLst>
          </p:cNvPr>
          <p:cNvSpPr/>
          <p:nvPr/>
        </p:nvSpPr>
        <p:spPr>
          <a:xfrm>
            <a:off x="0" y="1063953"/>
            <a:ext cx="2867186" cy="322907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75265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e4c346bd-bcb6-4575-9470-db34b431cf3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D47157240017489B18E4766951C622" ma:contentTypeVersion="4" ma:contentTypeDescription="Vytvoří nový dokument" ma:contentTypeScope="" ma:versionID="f675f4dbb66c30c235b372b759590798">
  <xsd:schema xmlns:xsd="http://www.w3.org/2001/XMLSchema" xmlns:xs="http://www.w3.org/2001/XMLSchema" xmlns:p="http://schemas.microsoft.com/office/2006/metadata/properties" xmlns:ns2="e4c346bd-bcb6-4575-9470-db34b431cf35" targetNamespace="http://schemas.microsoft.com/office/2006/metadata/properties" ma:root="true" ma:fieldsID="60f3a33087d60b83cb5a69eb5f7b2027" ns2:_="">
    <xsd:import namespace="e4c346bd-bcb6-4575-9470-db34b431cf35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346bd-bcb6-4575-9470-db34b431cf35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0F6911-BF7F-40B3-97CC-77462D89C303}">
  <ds:schemaRefs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e4c346bd-bcb6-4575-9470-db34b431cf35"/>
  </ds:schemaRefs>
</ds:datastoreItem>
</file>

<file path=customXml/itemProps2.xml><?xml version="1.0" encoding="utf-8"?>
<ds:datastoreItem xmlns:ds="http://schemas.openxmlformats.org/officeDocument/2006/customXml" ds:itemID="{FB610037-7596-42FD-965A-21A51A62BF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c346bd-bcb6-4575-9470-db34b431cf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CE9C2C-7671-406F-8A9F-4BA3DFABB9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717</Words>
  <Application>Microsoft Office PowerPoint</Application>
  <PresentationFormat>Širokoúhlá obrazovka</PresentationFormat>
  <Paragraphs>45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Motiv Office</vt:lpstr>
      <vt:lpstr>Jednoduchá „kniha návštěv“</vt:lpstr>
      <vt:lpstr>Co budeme dělat?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Stanislav Vojíř</dc:creator>
  <cp:lastModifiedBy>Stanislav Vojíř</cp:lastModifiedBy>
  <cp:revision>6</cp:revision>
  <dcterms:created xsi:type="dcterms:W3CDTF">2025-03-05T23:23:35Z</dcterms:created>
  <dcterms:modified xsi:type="dcterms:W3CDTF">2026-03-05T10:30:03Z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0x010100BCD47157240017489B18E4766951C622</vt:lpwstr>
  </property>
  <property fmtid="{D5CDD505-2E9C-101B-9397-08002B2CF9AE}" pid="3" name="Order">
    <vt:r8>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